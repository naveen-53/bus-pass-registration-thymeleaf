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8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11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97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3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1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0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8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3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3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3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0070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49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1990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967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3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9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7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167" y="2133946"/>
            <a:ext cx="6988628" cy="1646302"/>
          </a:xfrm>
        </p:spPr>
        <p:txBody>
          <a:bodyPr/>
          <a:lstStyle/>
          <a:p>
            <a:pPr algn="ctr"/>
            <a:r>
              <a:rPr sz="4800" dirty="0"/>
              <a:t>Bus</a:t>
            </a:r>
            <a:r>
              <a:rPr lang="en-US" sz="4800" dirty="0"/>
              <a:t> </a:t>
            </a:r>
            <a:r>
              <a:rPr sz="4800" dirty="0"/>
              <a:t>Pass</a:t>
            </a:r>
            <a:r>
              <a:rPr lang="en-US" sz="4800" dirty="0"/>
              <a:t> Reservation </a:t>
            </a:r>
            <a:r>
              <a:rPr sz="4800" dirty="0"/>
              <a:t>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4" y="4321422"/>
            <a:ext cx="5826719" cy="1304937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Presented by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Naveenkumar 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Pavith S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 full-stack application for managing bus passes.</a:t>
            </a:r>
          </a:p>
          <a:p>
            <a:r>
              <a:rPr dirty="0"/>
              <a:t>• Backend: Spring Boot </a:t>
            </a:r>
            <a:r>
              <a:rPr lang="en-US" dirty="0"/>
              <a:t>MVC</a:t>
            </a:r>
            <a:r>
              <a:rPr dirty="0"/>
              <a:t> with J</a:t>
            </a:r>
            <a:r>
              <a:rPr lang="en-US" dirty="0"/>
              <a:t>DBC</a:t>
            </a:r>
            <a:r>
              <a:rPr dirty="0"/>
              <a:t> &amp; MySQL.</a:t>
            </a:r>
          </a:p>
          <a:p>
            <a:r>
              <a:rPr dirty="0"/>
              <a:t>• Frontend: </a:t>
            </a:r>
            <a:r>
              <a:rPr dirty="0" err="1"/>
              <a:t>Thymeleaf</a:t>
            </a:r>
            <a:r>
              <a:rPr dirty="0"/>
              <a:t> templates with dynamic JS interactions.</a:t>
            </a:r>
          </a:p>
          <a:p>
            <a:r>
              <a:rPr dirty="0"/>
              <a:t>• Supports CRUD operations for bus pass registration.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Create, Update, View, and Delete Bus Passes.</a:t>
            </a:r>
          </a:p>
          <a:p>
            <a:r>
              <a:rPr dirty="0"/>
              <a:t>Validations for forms.</a:t>
            </a:r>
          </a:p>
          <a:p>
            <a:r>
              <a:rPr dirty="0"/>
              <a:t>MySQL persistence using JPA.</a:t>
            </a:r>
          </a:p>
          <a:p>
            <a:r>
              <a:rPr dirty="0"/>
              <a:t>Clean UI rendered using Thymeleaf.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Controller Layer – Handles web requests (REST + Thymeleaf).</a:t>
            </a:r>
          </a:p>
          <a:p>
            <a:r>
              <a:rPr dirty="0"/>
              <a:t>Service Layer – Business logic.</a:t>
            </a:r>
          </a:p>
          <a:p>
            <a:r>
              <a:rPr dirty="0"/>
              <a:t>Repository Layer – Database operations via JPA.</a:t>
            </a:r>
          </a:p>
          <a:p>
            <a:r>
              <a:rPr dirty="0"/>
              <a:t>Frontend – Thymeleaf + JS for dynamic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Table: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us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P</a:t>
            </a:r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asses</a:t>
            </a:r>
          </a:p>
          <a:p>
            <a:r>
              <a:rPr lang="en-US" dirty="0"/>
              <a:t>ID</a:t>
            </a:r>
            <a:r>
              <a:rPr dirty="0"/>
              <a:t> (PK, Auto Increment)</a:t>
            </a:r>
          </a:p>
          <a:p>
            <a:r>
              <a:rPr lang="en-US" dirty="0"/>
              <a:t>N</a:t>
            </a:r>
            <a:r>
              <a:rPr dirty="0"/>
              <a:t>ame</a:t>
            </a:r>
          </a:p>
          <a:p>
            <a:r>
              <a:rPr lang="en-US" dirty="0"/>
              <a:t>E</a:t>
            </a:r>
            <a:r>
              <a:rPr dirty="0"/>
              <a:t>mail</a:t>
            </a:r>
          </a:p>
          <a:p>
            <a:r>
              <a:rPr lang="en-IN" dirty="0"/>
              <a:t>P</a:t>
            </a:r>
            <a:r>
              <a:rPr dirty="0"/>
              <a:t>ass</a:t>
            </a:r>
            <a:r>
              <a:rPr lang="en-US" dirty="0"/>
              <a:t> </a:t>
            </a:r>
            <a:r>
              <a:rPr dirty="0"/>
              <a:t>Type</a:t>
            </a:r>
          </a:p>
          <a:p>
            <a:r>
              <a:rPr lang="en-IN" dirty="0"/>
              <a:t>S</a:t>
            </a:r>
            <a:r>
              <a:rPr dirty="0"/>
              <a:t>tart</a:t>
            </a:r>
            <a:r>
              <a:rPr lang="en-US" dirty="0"/>
              <a:t> </a:t>
            </a:r>
            <a:r>
              <a:rPr dirty="0"/>
              <a:t>Date</a:t>
            </a:r>
          </a:p>
          <a:p>
            <a:r>
              <a:rPr lang="en-US" dirty="0"/>
              <a:t>E</a:t>
            </a:r>
            <a:r>
              <a:rPr dirty="0"/>
              <a:t>nd</a:t>
            </a:r>
            <a:r>
              <a:rPr lang="en-US" dirty="0"/>
              <a:t> </a:t>
            </a:r>
            <a:r>
              <a:rPr dirty="0"/>
              <a:t>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opens Thymeleaf UI.</a:t>
            </a:r>
          </a:p>
          <a:p>
            <a:r>
              <a:rPr dirty="0"/>
              <a:t>User submits form (Create/Update).</a:t>
            </a:r>
          </a:p>
          <a:p>
            <a:r>
              <a:rPr dirty="0"/>
              <a:t>JS sends request to /</a:t>
            </a:r>
            <a:r>
              <a:rPr dirty="0" err="1"/>
              <a:t>api</a:t>
            </a:r>
            <a:r>
              <a:rPr dirty="0"/>
              <a:t>/passes.</a:t>
            </a:r>
          </a:p>
          <a:p>
            <a:r>
              <a:rPr dirty="0"/>
              <a:t>Backend processes request using Service + Repository.</a:t>
            </a:r>
          </a:p>
          <a:p>
            <a:r>
              <a:rPr dirty="0"/>
              <a:t>Response updates UI dynamically.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Spring Boot</a:t>
            </a:r>
          </a:p>
          <a:p>
            <a:r>
              <a:rPr dirty="0"/>
              <a:t>Java</a:t>
            </a:r>
          </a:p>
          <a:p>
            <a:r>
              <a:rPr dirty="0"/>
              <a:t>Thymeleaf</a:t>
            </a:r>
          </a:p>
          <a:p>
            <a:r>
              <a:rPr dirty="0"/>
              <a:t>MySQL</a:t>
            </a:r>
          </a:p>
          <a:p>
            <a:r>
              <a:rPr dirty="0"/>
              <a:t>Spring Data JPA</a:t>
            </a:r>
          </a:p>
          <a:p>
            <a:r>
              <a:rPr dirty="0"/>
              <a:t>JavaScript</a:t>
            </a:r>
            <a:endParaRPr lang="en-US" dirty="0"/>
          </a:p>
          <a:p>
            <a:r>
              <a:rPr lang="en-IN" dirty="0"/>
              <a:t>HTML &amp; CSS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The Bus Pass </a:t>
            </a:r>
            <a:r>
              <a:rPr lang="en-US" dirty="0"/>
              <a:t>Reservation</a:t>
            </a:r>
            <a:r>
              <a:rPr dirty="0"/>
              <a:t> System is a clean and scalable CRUD application.</a:t>
            </a:r>
          </a:p>
          <a:p>
            <a:r>
              <a:rPr dirty="0"/>
              <a:t>• Easily extendable for authentication, PDF generation,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221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Bus Pass Reservation System</vt:lpstr>
      <vt:lpstr>Project Overview</vt:lpstr>
      <vt:lpstr>Key Features</vt:lpstr>
      <vt:lpstr>System Architecture</vt:lpstr>
      <vt:lpstr>Database Design</vt:lpstr>
      <vt:lpstr>Application Workflow</vt:lpstr>
      <vt:lpstr>Technologies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pavith</dc:creator>
  <cp:keywords/>
  <dc:description>generated using python-pptx</dc:description>
  <cp:lastModifiedBy>billapavith420@gmail.com</cp:lastModifiedBy>
  <cp:revision>2</cp:revision>
  <dcterms:created xsi:type="dcterms:W3CDTF">2013-01-27T09:14:16Z</dcterms:created>
  <dcterms:modified xsi:type="dcterms:W3CDTF">2025-11-19T06:45:21Z</dcterms:modified>
  <cp:category/>
</cp:coreProperties>
</file>